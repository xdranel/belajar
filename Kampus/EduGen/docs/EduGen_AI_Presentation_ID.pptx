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3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  <Relationship Id="rId13" Type="http://schemas.openxmlformats.org/officeDocument/2006/relationships/slideMaster" Target="slideMasters/slideMaster1.xml"/>
  <Relationship Id="rId14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EduGen AI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Generate Complete Learning Materials using Open Source Generative AI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Aplikasi AI untuk membuat materi pembelajaran dari satu topik</a:t>
            </a:r>
          </a:p>
          <a:p>
            <a:r>
              <a:rPr lang="id-ID" sz="1900"/>
              <a:t>- Menggunakan model open-source, bukan OpenAI/Gemini/Claude API</a:t>
            </a:r>
          </a:p>
          <a:p>
            <a:r>
              <a:rPr lang="id-ID" sz="1900"/>
              <a:t>- Dibangun sebagai proyek akhir mata kuliah Generative AI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Latar Belakang Masalah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Mahasiswa dan pengajar membutuhkan materi belajar yang cepat, lengkap, dan terstruktur.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Membuat rangkuman, kuis, flashcard, dan roadmap secara manual memakan waktu</a:t>
            </a:r>
          </a:p>
          <a:p>
            <a:r>
              <a:rPr lang="id-ID" sz="1900"/>
              <a:t>- Materi sering tersebar dan tidak konsisten</a:t>
            </a:r>
          </a:p>
          <a:p>
            <a:r>
              <a:rPr lang="id-ID" sz="1900"/>
              <a:t>- Banyak solusi AI memakai layanan closed-source yang tidak sesuai requirement proyek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Solusi: EduGen AI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EduGen AI menghasilkan paket materi belajar lengkap dari satu input topik.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Learning summary, explanation, key concepts, analogy, examples, notes</a:t>
            </a:r>
          </a:p>
          <a:p>
            <a:r>
              <a:rPr lang="id-ID" sz="1900"/>
              <a:t>- Flashcards, multiple choice quiz, essay questions, answer key</a:t>
            </a:r>
          </a:p>
          <a:p>
            <a:r>
              <a:rPr lang="id-ID" sz="1900"/>
              <a:t>- Mini project, learning roadmap, dan references</a:t>
            </a:r>
          </a:p>
          <a:p>
            <a:r>
              <a:rPr lang="id-ID" sz="1900"/>
              <a:t>- Export ke PDF, Markdown, TXT, dan HTML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Target Pengguna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EduGen AI dirancang untuk berbagai kebutuhan belajar.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Mahasiswa dan siswa SMA</a:t>
            </a:r>
          </a:p>
          <a:p>
            <a:r>
              <a:rPr lang="id-ID" sz="1900"/>
              <a:t>- Self learner</a:t>
            </a:r>
          </a:p>
          <a:p>
            <a:r>
              <a:rPr lang="id-ID" sz="1900"/>
              <a:t>- Guru atau dosen</a:t>
            </a:r>
          </a:p>
          <a:p>
            <a:r>
              <a:rPr lang="id-ID" sz="1900"/>
              <a:t>- Peserta sertifikasi</a:t>
            </a:r>
          </a:p>
          <a:p>
            <a:r>
              <a:rPr lang="id-ID" sz="1900"/>
              <a:t>- Orang yang ingin membuat bahan ajar cepat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Fitur Utama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Fitur inti sudah dipisahkan berdasarkan modul agar mudah diuji dan dikembangkan.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Generate materi pembelajaran</a:t>
            </a:r>
          </a:p>
          <a:p>
            <a:r>
              <a:rPr lang="id-ID" sz="1900"/>
              <a:t>- Generate flashcard dan quiz</a:t>
            </a:r>
          </a:p>
          <a:p>
            <a:r>
              <a:rPr lang="id-ID" sz="1900"/>
              <a:t>- Riwayat hasil generate dengan SQLite</a:t>
            </a:r>
          </a:p>
          <a:p>
            <a:r>
              <a:rPr lang="id-ID" sz="1900"/>
              <a:t>- Download PDF, Markdown, TXT, HTML</a:t>
            </a:r>
          </a:p>
          <a:p>
            <a:r>
              <a:rPr lang="id-ID" sz="1900"/>
              <a:t>- Settings model dan parameter generasi</a:t>
            </a:r>
          </a:p>
          <a:p>
            <a:r>
              <a:rPr lang="id-ID" sz="1900"/>
              <a:t>- Evaluation dan data pipeline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Arsitektur Sistem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EduGen AI menggunakan Python modular monolith.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UI: Streamlit multi-page app</a:t>
            </a:r>
          </a:p>
          <a:p>
            <a:r>
              <a:rPr lang="id-ID" sz="1900"/>
              <a:t>- AI backend: prompt builder, tokenizer, model loader, inference manager</a:t>
            </a:r>
          </a:p>
          <a:p>
            <a:r>
              <a:rPr lang="id-ID" sz="1900"/>
              <a:t>- Storage: SQLite repository</a:t>
            </a:r>
          </a:p>
          <a:p>
            <a:r>
              <a:rPr lang="id-ID" sz="1900"/>
              <a:t>- Export: document exporter</a:t>
            </a:r>
          </a:p>
          <a:p>
            <a:r>
              <a:rPr lang="id-ID" sz="1900"/>
              <a:t>- Data pipeline dan evaluation framework dipisah dari UI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Alur AI Pipeline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Pipeline dibuat explainable dari input sampai output.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User input -&gt; validation -&gt; prompt formatting</a:t>
            </a:r>
          </a:p>
          <a:p>
            <a:r>
              <a:rPr lang="id-ID" sz="1900"/>
              <a:t>- Prompt -&gt; tokenizer -&gt; local open-source model</a:t>
            </a:r>
          </a:p>
          <a:p>
            <a:r>
              <a:rPr lang="id-ID" sz="1900"/>
              <a:t>- Generation -&gt; response cleaning -&gt; structured output</a:t>
            </a:r>
          </a:p>
          <a:p>
            <a:r>
              <a:rPr lang="id-ID" sz="1900"/>
              <a:t>- Output disimpan ke history dan dapat diexport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Model Open-Source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Default model: Qwen/Qwen2.5-0.5B-Instruct.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Dipilih karena kecil, instruction-tuned, dan kompatibel dengan Hugging Face Transformers</a:t>
            </a:r>
          </a:p>
          <a:p>
            <a:r>
              <a:rPr lang="id-ID" sz="1900"/>
              <a:t>- Lisensi Apache-2.0</a:t>
            </a:r>
          </a:p>
          <a:p>
            <a:r>
              <a:rPr lang="id-ID" sz="1900"/>
              <a:t>- Model dapat diganti melalui konfigurasi</a:t>
            </a:r>
          </a:p>
          <a:p>
            <a:r>
              <a:rPr lang="id-ID" sz="1900"/>
              <a:t>- Tidak menggunakan API closed-source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Data Engineering Pipeline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Pipeline data mendukung dataset publik dan reproducible.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Rekomendasi dataset: SciQ, Dolly 15k, OpenAssistant OASST1, OpenStax</a:t>
            </a:r>
          </a:p>
          <a:p>
            <a:r>
              <a:rPr lang="id-ID" sz="1900"/>
              <a:t>- Validasi missing value, duplicate, panjang sample, dan encoding</a:t>
            </a:r>
          </a:p>
          <a:p>
            <a:r>
              <a:rPr lang="id-ID" sz="1900"/>
              <a:t>- Cleaning, normalization, split 80/10/10</a:t>
            </a:r>
          </a:p>
          <a:p>
            <a:r>
              <a:rPr lang="id-ID" sz="1900"/>
              <a:t>- Metadata, statistics, dan quality report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Evaluation Framework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Evaluasi mencakup kualitas, performa, resource, dan human evaluation.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ROUGE, BLEU, BERTScore fallback</a:t>
            </a:r>
          </a:p>
          <a:p>
            <a:r>
              <a:rPr lang="id-ID" sz="1900"/>
              <a:t>- Latency, output length, generation speed, memory dan CPU fields</a:t>
            </a:r>
          </a:p>
          <a:p>
            <a:r>
              <a:rPr lang="id-ID" sz="1900"/>
              <a:t>- Human scoring: correctness, coherence, readability, educational value</a:t>
            </a:r>
          </a:p>
          <a:p>
            <a:r>
              <a:rPr lang="id-ID" sz="1900"/>
              <a:t>- Error analysis: repetition, missing sections, output terlalu pendek/panjang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Demo Workflow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Alur demo yang disarankan untuk presentasi.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Jalankan smoke check</a:t>
            </a:r>
          </a:p>
          <a:p>
            <a:r>
              <a:rPr lang="id-ID" sz="1900"/>
              <a:t>- Buka Streamlit app</a:t>
            </a:r>
          </a:p>
          <a:p>
            <a:r>
              <a:rPr lang="id-ID" sz="1900"/>
              <a:t>- Masukkan topik, difficulty, language, quiz count, dan parameter generation</a:t>
            </a:r>
          </a:p>
          <a:p>
            <a:r>
              <a:rPr lang="id-ID" sz="1900"/>
              <a:t>- Generate materi, lihat section output, history, dan download</a:t>
            </a:r>
          </a:p>
          <a:p>
            <a:r>
              <a:rPr lang="id-ID" sz="1900"/>
              <a:t>- Tunjukkan docs data pipeline dan evaluation report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0000" y="42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3600" b="1"/>
              <a:t>Kelebihan, Batasan, dan Pengembangan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540000" y="1150000"/>
            <a:ext cx="8200000" cy="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2000" b="1"/>
              <a:t>EduGen AI sudah berbentuk produk AI lokal, tetapi masih punya ruang pengembangan.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0000" y="2050000"/>
            <a:ext cx="7600000" cy="3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900" b="1"/>
              <a:t>- Kelebihan: modular, explainable, reproducible, open-source model</a:t>
            </a:r>
          </a:p>
          <a:p>
            <a:r>
              <a:rPr lang="id-ID" sz="1900"/>
              <a:t>- Batasan: model kecil dapat menghasilkan output kurang stabil</a:t>
            </a:r>
          </a:p>
          <a:p>
            <a:r>
              <a:rPr lang="id-ID" sz="1900"/>
              <a:t>- Mitigasi: prompt ketat, temperature rendah, evaluation framework</a:t>
            </a:r>
          </a:p>
          <a:p>
            <a:r>
              <a:rPr lang="id-ID" sz="1900"/>
              <a:t>- Future work: RAG, vector database, LMS integration, voice/image generation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540000" y="6350000"/>
            <a:ext cx="82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r>
              <a:rPr lang="id-ID" sz="1000" b="1"/>
              <a:t>EduGen AI | Slide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Gen">
  <a:themeElements>
    <a:clrScheme name="EduGen">
      <a:dk1>
        <a:srgbClr val="111827"/>
      </a:dk1>
      <a:lt1>
        <a:srgbClr val="FFFFFF"/>
      </a:lt1>
      <a:dk2>
        <a:srgbClr val="1F2937"/>
      </a:dk2>
      <a:lt2>
        <a:srgbClr val="F7FAFC"/>
      </a:lt2>
      <a:accent1>
        <a:srgbClr val="2563EB"/>
      </a:accent1>
      <a:accent2>
        <a:srgbClr val="059669"/>
      </a:accent2>
      <a:accent3>
        <a:srgbClr val="D97706"/>
      </a:accent3>
      <a:accent4>
        <a:srgbClr val="7C3AED"/>
      </a:accent4>
      <a:accent5>
        <a:srgbClr val="DC2626"/>
      </a:accent5>
      <a:accent6>
        <a:srgbClr val="0891B2"/>
      </a:accent6>
      <a:hlink>
        <a:srgbClr val="2563EB"/>
      </a:hlink>
      <a:folHlink>
        <a:srgbClr val="7C3AED"/>
      </a:folHlink>
    </a:clrScheme>
    <a:fontScheme name="EduGen">
      <a:majorFont>
        <a:latin typeface="Aptos Display"/>
      </a:majorFont>
      <a:minorFont>
        <a:latin typeface="Aptos"/>
      </a:minorFont>
    </a:fontScheme>
    <a:fmtScheme name="EduGen">
      <a:fillStyleLst/>
      <a:lnStyleLst/>
      <a:effectStyleLst/>
      <a:bgFillStyleLst/>
    </a:fmtScheme>
  </a:themeElements>
</a:theme>
</file>